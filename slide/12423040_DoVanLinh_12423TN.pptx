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0621" autoAdjust="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DA1340-7AE3-1619-FA6C-192D49CFC5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413CD8-091B-17EB-8F27-09B4101C0B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8227B-C18D-4AFF-A373-1E3318E23967}" type="datetime1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DDC7A-5227-72D9-DD29-6D6EC2EA15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C160D-2D76-BA97-F0CA-7BB16E351E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2418E-E20A-4420-A719-CEB21C53F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83765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5C84E9-CF7A-491F-A277-46BF3B0D7F62}" type="datetime1">
              <a:rPr lang="en-US" smtClean="0"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C65C4-8E47-474C-9DF3-A3BA08AE8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74200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Lọc các chuyến đi bất thường</a:t>
            </a:r>
            <a:endParaRPr lang="vi-VN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65C84E9-CF7A-491F-A277-46BF3B0D7F62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C65C4-8E47-474C-9DF3-A3BA08AE8C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436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Đông</a:t>
            </a:r>
            <a:r>
              <a:rPr lang="en-US" dirty="0"/>
              <a:t>–</a:t>
            </a:r>
            <a:r>
              <a:rPr lang="en-US" dirty="0" err="1"/>
              <a:t>Tây</a:t>
            </a:r>
            <a:r>
              <a:rPr lang="en-US" dirty="0"/>
              <a:t>: ~0.16 </a:t>
            </a:r>
            <a:r>
              <a:rPr lang="en-US" dirty="0" err="1"/>
              <a:t>độ</a:t>
            </a:r>
            <a:r>
              <a:rPr lang="en-US" dirty="0"/>
              <a:t> longitude ≈ </a:t>
            </a:r>
            <a:r>
              <a:rPr lang="en-US" b="1" dirty="0"/>
              <a:t>8–9 km</a:t>
            </a:r>
            <a:endParaRPr lang="en-US" dirty="0"/>
          </a:p>
          <a:p>
            <a:r>
              <a:rPr lang="en-US" dirty="0" err="1"/>
              <a:t>Bắc</a:t>
            </a:r>
            <a:r>
              <a:rPr lang="en-US" dirty="0"/>
              <a:t>–Nam: ~0.06 </a:t>
            </a:r>
            <a:r>
              <a:rPr lang="en-US" dirty="0" err="1"/>
              <a:t>độ</a:t>
            </a:r>
            <a:r>
              <a:rPr lang="en-US" dirty="0"/>
              <a:t> latitude ≈ </a:t>
            </a:r>
            <a:r>
              <a:rPr lang="en-US" b="1" dirty="0"/>
              <a:t>6–7 km</a:t>
            </a:r>
          </a:p>
          <a:p>
            <a:r>
              <a:rPr lang="en-US" b="1" dirty="0" err="1"/>
              <a:t>Khoảng</a:t>
            </a:r>
            <a:r>
              <a:rPr lang="en-US" b="1" dirty="0"/>
              <a:t> </a:t>
            </a:r>
            <a:r>
              <a:rPr lang="en-US" b="1" dirty="0" err="1"/>
              <a:t>cách</a:t>
            </a:r>
            <a:r>
              <a:rPr lang="en-US" b="1" dirty="0"/>
              <a:t> </a:t>
            </a:r>
            <a:r>
              <a:rPr lang="en-US" b="1" dirty="0" err="1"/>
              <a:t>tối</a:t>
            </a:r>
            <a:r>
              <a:rPr lang="en-US" b="1" dirty="0"/>
              <a:t> </a:t>
            </a:r>
            <a:r>
              <a:rPr lang="en-US" b="1" dirty="0" err="1"/>
              <a:t>đa</a:t>
            </a:r>
            <a:r>
              <a:rPr lang="en-US" b="1" dirty="0"/>
              <a:t> </a:t>
            </a:r>
            <a:r>
              <a:rPr lang="en-US" b="1" dirty="0" err="1"/>
              <a:t>giữa</a:t>
            </a:r>
            <a:r>
              <a:rPr lang="en-US" b="1" dirty="0"/>
              <a:t> 2 </a:t>
            </a:r>
            <a:r>
              <a:rPr lang="en-US" b="1" dirty="0" err="1"/>
              <a:t>trạm</a:t>
            </a:r>
            <a:r>
              <a:rPr lang="en-US" b="1" dirty="0"/>
              <a:t> </a:t>
            </a:r>
            <a:r>
              <a:rPr lang="en-US" b="1" dirty="0" err="1"/>
              <a:t>trong</a:t>
            </a:r>
            <a:r>
              <a:rPr lang="en-US" b="1" dirty="0"/>
              <a:t> dataset </a:t>
            </a:r>
            <a:r>
              <a:rPr lang="en-US" b="1" dirty="0" err="1"/>
              <a:t>chỉ</a:t>
            </a:r>
            <a:r>
              <a:rPr lang="en-US" b="1" dirty="0"/>
              <a:t> ~10–12 km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Median ~8 </a:t>
            </a:r>
            <a:r>
              <a:rPr lang="en-US" dirty="0" err="1"/>
              <a:t>phút</a:t>
            </a:r>
            <a:endParaRPr lang="en-US" dirty="0"/>
          </a:p>
          <a:p>
            <a:r>
              <a:rPr lang="en-US" dirty="0"/>
              <a:t>50% </a:t>
            </a:r>
            <a:r>
              <a:rPr lang="en-US" dirty="0" err="1"/>
              <a:t>chuyến</a:t>
            </a:r>
            <a:r>
              <a:rPr lang="en-US" dirty="0"/>
              <a:t>: ~5–14 </a:t>
            </a:r>
            <a:r>
              <a:rPr lang="en-US" dirty="0" err="1"/>
              <a:t>phút</a:t>
            </a:r>
            <a:endParaRPr lang="en-US" dirty="0"/>
          </a:p>
          <a:p>
            <a:r>
              <a:rPr lang="en-US" dirty="0" err="1"/>
              <a:t>Đuôi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→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vài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~5 </a:t>
            </a:r>
            <a:r>
              <a:rPr lang="en-US" dirty="0" err="1"/>
              <a:t>tiếng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65C84E9-CF7A-491F-A277-46BF3B0D7F62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C65C4-8E47-474C-9DF3-A3BA08AE8CA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71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trạm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1 </a:t>
            </a:r>
            <a:r>
              <a:rPr lang="en-US" dirty="0" err="1"/>
              <a:t>chuyến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di </a:t>
            </a:r>
            <a:r>
              <a:rPr lang="en-US" dirty="0" err="1"/>
              <a:t>chuyển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65C84E9-CF7A-491F-A277-46BF3B0D7F62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C65C4-8E47-474C-9DF3-A3BA08AE8C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18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</a:t>
            </a:r>
            <a:r>
              <a:rPr lang="en-US" dirty="0" err="1"/>
              <a:t>theo</a:t>
            </a:r>
            <a:r>
              <a:rPr lang="en-US" dirty="0"/>
              <a:t> mean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65C84E9-CF7A-491F-A277-46BF3B0D7F62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C65C4-8E47-474C-9DF3-A3BA08AE8C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04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0BFD2-C87C-F240-D375-4F0CB1AD2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37893-5D01-8B8B-A19D-ED620FF1C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58B7C-EA39-37D0-E590-FD974D6AC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BFECE-D43C-4FE8-AAFD-68659E9C2592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54B8F-55F0-293E-AF89-F2596DACA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47866-9B4D-C13D-A161-AAD79C7F3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3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DF0CC-363A-21A2-E0A5-CF9E7E162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ACA67-1323-39BE-A498-1535C8AF6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1C510-EB28-E043-F2A3-D5EF0204B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739C-3953-4CFA-A8F2-583F40458B51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982A1-7DFD-6C27-6B84-8D9A4F76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42B8C-A0D8-3AE5-0B73-3E77A601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1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CE57C-9EAC-46B4-0E62-629670C63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12803-7F36-620E-4B99-1EF3C0C0B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70789-23A3-DED9-6A7F-FA28E3130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C4BBD-0C67-4DA1-9AD4-C73A0A3E2C2C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C4567-3203-6B63-8779-F2637F37F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C3CB6-FE9F-8980-3950-CD3A6D992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62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4DEEE-C6F4-7B6F-DFFF-6D0367960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008A6-6BD4-513B-BF42-77B73C035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80836-4D9E-61FB-6C9D-10508F299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2630B-8FC1-ABA5-45FA-221E3188B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604C-D958-4588-BEA5-45BF0BC7BC89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393F7-7597-0CFD-BBF6-46AD5DE33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6CC63-8BC6-5D81-31A5-72463545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60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34C08-58AD-9A22-7E41-EF767061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8D37C-3E86-AD93-8D1C-0540C3E86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32F952-D64E-A770-B853-6F571838B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F098CE-25B7-23AA-C434-0F3F66E64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74FF50-E0C0-CA98-FEB7-8AF8DB715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C4A99A-15C5-B3A4-5E75-4402131D2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EC68-5BC6-4B2E-973B-A7C6464FC81B}" type="datetime1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08CDF3-3202-2BAE-535D-893BC048A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221D8B-12E4-C239-A96D-4017B1FAE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16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1623D-DEFB-FA65-F041-83224D05C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EBD415-A6B3-08CA-E22A-B41503E15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A0041-DAE7-490B-845A-BD6D4378069A}" type="datetime1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BAFA2A-481C-D50F-BC44-8D361C471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C7EA5-6F2D-AADA-53EA-AD2A5452C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89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7E096E-57C9-C33C-F200-6D2FA3CE9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6BBE-86B4-40C9-90E6-B60EDAB2D32E}" type="datetime1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DD5F1-03B8-0A7D-E9A4-CE88F3B1F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C6DFB-9146-4A34-90BF-8C9630226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31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19F05-FA92-4EE5-E9EE-E804541D4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14F8C-68B9-8523-5F2C-0F90D0590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03CBB-E1B6-6FCF-87C8-956CE2291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D98B1-50D2-2001-377A-654A0B00B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66B4C-84BD-41BE-9C23-73E2E8BB0021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8E29D-2EE7-8494-B6C3-93468EC8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D08B3-2DBD-1C71-A89B-8012D299A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98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2F86C-95E8-37C5-2DC7-017675B3C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7C8626-F3A0-123B-863F-363F3385F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0A015-5782-C55B-E5C6-1FAAA234D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DC2B0-A44E-D895-D0D7-D6699CFBD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EDE0-15C6-489B-8A60-F2D532BFD72A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1FEA4-05B5-1A90-766B-551C2C9D8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649C5-90BB-EBF6-3625-9926B58F6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44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1017-BFE3-7158-CE1E-F20FACFAB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DAD46-66E6-8232-A025-B2B2B9BB8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F484-B496-2390-3533-EDCB914E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0B4D7-740F-4C6B-B3B9-E4C2B4A062D9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FFAE4-630E-9EFF-181C-FB3C922DB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306C7-C721-A38F-67F3-694305AA2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64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2DF66-6B4C-E1E9-3E1E-2B508713BF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1B95F-9B93-199F-C16E-84F3B6595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B588D-E014-625F-58B7-7723D6A36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564E-773B-4E83-9A90-D232BD6B4716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C1D29-7B89-33A2-F15D-ED321D929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BE5AB-A1AF-F669-47F8-F2F5E8D00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13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5E8E93-001C-12C2-2F70-76EFDC0DC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3A771-646A-482F-3047-54A0FB911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66BA9-418F-662C-20AD-0202E4654C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9A47A0-7331-40D3-B1EA-FD44A7162069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A65A8-9B49-03B4-4072-63F35C966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8EBD6-919C-3E42-ABBE-2A23AB4DE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4FD69F-0D33-469E-8313-10FA946AF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77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slobysykkel.no/en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60871-DE4B-CEEC-7BF6-A0CE0E7F4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6505"/>
            <a:ext cx="9144000" cy="994610"/>
          </a:xfrm>
        </p:spPr>
        <p:txBody>
          <a:bodyPr>
            <a:normAutofit/>
          </a:bodyPr>
          <a:lstStyle/>
          <a:p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Đoán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Gian Di </a:t>
            </a:r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Dựa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Xe </a:t>
            </a:r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Đạp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(LR, DT, RF)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CD6B6-0479-2F18-4285-7A2D3B22F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8958" y="3429000"/>
            <a:ext cx="8414084" cy="1143000"/>
          </a:xfrm>
        </p:spPr>
        <p:txBody>
          <a:bodyPr>
            <a:normAutofit/>
          </a:bodyPr>
          <a:lstStyle/>
          <a:p>
            <a:pPr algn="ctr" rtl="0" fontAlgn="base"/>
            <a:r>
              <a:rPr lang="en-US" sz="20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Presenter: Do Van Linh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0" fontAlgn="base"/>
            <a:r>
              <a:rPr lang="en-US" sz="20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Instructor: Nguyen Van Hau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595A2BE-3DD0-F8ED-AC38-660350A16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0742" cy="117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463F23E-BB11-CBD2-274D-665F77EED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F55CF-7A67-459C-A570-32293F219B7F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A004C-AF06-7A7D-BA8C-327C121F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1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1C79EA-7B4F-383E-F28C-22EAEA3032B0}"/>
              </a:ext>
            </a:extLst>
          </p:cNvPr>
          <p:cNvSpPr txBox="1"/>
          <p:nvPr/>
        </p:nvSpPr>
        <p:spPr>
          <a:xfrm>
            <a:off x="1395662" y="23449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strike="noStrike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Machine learning</a:t>
            </a:r>
            <a:endParaRPr lang="en-US" sz="4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027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0D475-C799-20DF-1A48-CA11BCF9A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0621-6FA2-4C9B-BD81-DCC073FC14CA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88C89-4242-9786-7EC1-E699DEDDC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DCEAF53-228D-7FE3-D736-D0CEFBBC1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0742" cy="117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E3F312-AA47-C768-B63E-7A0966658FBE}"/>
              </a:ext>
            </a:extLst>
          </p:cNvPr>
          <p:cNvSpPr txBox="1"/>
          <p:nvPr/>
        </p:nvSpPr>
        <p:spPr>
          <a:xfrm>
            <a:off x="1395662" y="23449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Outlines</a:t>
            </a:r>
            <a:endParaRPr lang="en-US" sz="4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Google Shape;259;p2">
            <a:extLst>
              <a:ext uri="{FF2B5EF4-FFF2-40B4-BE49-F238E27FC236}">
                <a16:creationId xmlns:a16="http://schemas.microsoft.com/office/drawing/2014/main" id="{2D5241E8-AE88-E053-5CC9-B75A023DBFC1}"/>
              </a:ext>
            </a:extLst>
          </p:cNvPr>
          <p:cNvSpPr txBox="1">
            <a:spLocks noGrp="1"/>
          </p:cNvSpPr>
          <p:nvPr/>
        </p:nvSpPr>
        <p:spPr>
          <a:xfrm>
            <a:off x="838200" y="1328219"/>
            <a:ext cx="11008800" cy="461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514350">
              <a:lnSpc>
                <a:spcPct val="200000"/>
              </a:lnSpc>
              <a:buSzPts val="2800"/>
              <a:buAutoNum type="romanUcPeriod"/>
            </a:pPr>
            <a:r>
              <a:rPr lang="en-US" sz="28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Tổng</a:t>
            </a:r>
            <a:r>
              <a:rPr lang="en-US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Quan </a:t>
            </a:r>
            <a:r>
              <a:rPr lang="en-US" sz="28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Bài</a:t>
            </a:r>
            <a:r>
              <a:rPr lang="en-US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Toán</a:t>
            </a:r>
            <a:endParaRPr lang="en-US" sz="2800" dirty="0"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514350" indent="-514350">
              <a:lnSpc>
                <a:spcPct val="200000"/>
              </a:lnSpc>
              <a:buSzPts val="2800"/>
              <a:buAutoNum type="romanUcPeriod"/>
            </a:pPr>
            <a:r>
              <a:rPr lang="en-US" sz="28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Khám</a:t>
            </a:r>
            <a:r>
              <a:rPr lang="en-US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phá</a:t>
            </a:r>
            <a:r>
              <a:rPr lang="en-US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2800" dirty="0"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514350" indent="-514350">
              <a:lnSpc>
                <a:spcPct val="200000"/>
              </a:lnSpc>
              <a:buSzPts val="2800"/>
              <a:buAutoNum type="romanUcPeriod"/>
            </a:pPr>
            <a:r>
              <a:rPr lang="en-US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Mô</a:t>
            </a:r>
            <a:r>
              <a:rPr lang="en-US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hình</a:t>
            </a:r>
            <a:r>
              <a:rPr lang="en-US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học</a:t>
            </a:r>
            <a:r>
              <a:rPr lang="en-US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Máy</a:t>
            </a:r>
            <a:endParaRPr lang="en-US" sz="2800" b="0" i="0" u="none" strike="noStrike" cap="none" dirty="0"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147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6C024-D828-8B06-186B-AC918708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739C-3953-4CFA-A8F2-583F40458B51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646C1-FF63-BADE-BA86-DA3E188E4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B988075-AF2F-23FC-6F25-7A6D72EB4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0742" cy="117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AC9A0C-3380-FEE9-CE4C-CF8F059684DB}"/>
              </a:ext>
            </a:extLst>
          </p:cNvPr>
          <p:cNvSpPr txBox="1"/>
          <p:nvPr/>
        </p:nvSpPr>
        <p:spPr>
          <a:xfrm>
            <a:off x="1395662" y="23449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Quan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endParaRPr lang="en-US" sz="4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1AF10D-B756-B638-A1D0-2689E781FA74}"/>
              </a:ext>
            </a:extLst>
          </p:cNvPr>
          <p:cNvSpPr txBox="1"/>
          <p:nvPr/>
        </p:nvSpPr>
        <p:spPr>
          <a:xfrm>
            <a:off x="1395662" y="1401463"/>
            <a:ext cx="81253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Bài toán được xây dựng dưới dạng bài toán regression, với mục tiêu dự đoán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sng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Oslo City Bike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1A350F-FC76-3438-9A80-D27FFB1B0D5A}"/>
              </a:ext>
            </a:extLst>
          </p:cNvPr>
          <p:cNvSpPr txBox="1"/>
          <p:nvPr/>
        </p:nvSpPr>
        <p:spPr>
          <a:xfrm>
            <a:off x="1395662" y="2443173"/>
            <a:ext cx="86226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Link </a:t>
            </a:r>
            <a:r>
              <a:rPr lang="en-US" altLang="ja-JP" sz="20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20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: https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://www.kaggle.com/code/stanislavo27/15-11-optimization-of-oslo-city-bike-dataset/output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92C9CC-6D52-5682-1AEC-4B78B9705B6E}"/>
              </a:ext>
            </a:extLst>
          </p:cNvPr>
          <p:cNvSpPr txBox="1"/>
          <p:nvPr/>
        </p:nvSpPr>
        <p:spPr>
          <a:xfrm>
            <a:off x="1395662" y="3566557"/>
            <a:ext cx="82055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tả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đạp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phố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Oslo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năm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1025963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12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duration –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hoàn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chuyến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đi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949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C0FCA-3C49-4ACB-FD4A-922C43979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739C-3953-4CFA-A8F2-583F40458B51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FB510-125E-53E7-4988-D3B67D64C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F292AB5-4677-AA1B-BD17-EAF3E1AAE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0742" cy="117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ED3900-75CE-F703-0A53-3310FADF17EF}"/>
              </a:ext>
            </a:extLst>
          </p:cNvPr>
          <p:cNvSpPr txBox="1"/>
          <p:nvPr/>
        </p:nvSpPr>
        <p:spPr>
          <a:xfrm>
            <a:off x="1395662" y="234494"/>
            <a:ext cx="75959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Khám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phá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và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4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A24EECE-F223-89DD-66C2-5A957525D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259" y="2276980"/>
            <a:ext cx="5601482" cy="3486637"/>
          </a:xfrm>
          <a:prstGeom prst="rect">
            <a:avLst/>
          </a:prstGeom>
        </p:spPr>
      </p:pic>
      <p:sp>
        <p:nvSpPr>
          <p:cNvPr id="18" name="TextBox 1">
            <a:extLst>
              <a:ext uri="{FF2B5EF4-FFF2-40B4-BE49-F238E27FC236}">
                <a16:creationId xmlns:a16="http://schemas.microsoft.com/office/drawing/2014/main" id="{708997FE-89E7-0269-5333-85AD4EEF1EF2}"/>
              </a:ext>
            </a:extLst>
          </p:cNvPr>
          <p:cNvSpPr txBox="1"/>
          <p:nvPr/>
        </p:nvSpPr>
        <p:spPr>
          <a:xfrm>
            <a:off x="1140742" y="1348070"/>
            <a:ext cx="3017115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9740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A9691-2669-AFFC-8FAD-8716D7319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739C-3953-4CFA-A8F2-583F40458B51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D7A66-6D75-8EC0-69E5-F12AA1FFD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5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E9EC62E-908F-B571-70E2-1D2C06456509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404AEB7-360F-2E86-209C-1D989A79495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B6E59AE-7340-768F-22D4-E8F0A1B2D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0742" cy="117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4E56CD-35BB-D92F-D4BB-39547C843BA6}"/>
              </a:ext>
            </a:extLst>
          </p:cNvPr>
          <p:cNvSpPr txBox="1"/>
          <p:nvPr/>
        </p:nvSpPr>
        <p:spPr>
          <a:xfrm>
            <a:off x="1395662" y="234494"/>
            <a:ext cx="75959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Khám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phá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và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4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E66EDC1D-B38C-CBDE-CBF5-A91A5E3A12E2}"/>
              </a:ext>
            </a:extLst>
          </p:cNvPr>
          <p:cNvSpPr txBox="1"/>
          <p:nvPr/>
        </p:nvSpPr>
        <p:spPr>
          <a:xfrm>
            <a:off x="1140742" y="1348070"/>
            <a:ext cx="3017115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FE68F3-7C6E-1418-EF51-637937006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08" y="2396652"/>
            <a:ext cx="10269383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50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2152D-2AFD-0DCD-2C08-01F95DC3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739C-3953-4CFA-A8F2-583F40458B51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740494-53C3-5EF5-2142-9B813AFA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6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EE13C5-113D-6D6E-DBB5-6D255EB02BFF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A46F27E-10C6-4C06-DE49-D1DD3150711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A9E97EB-02DE-943C-04B7-51417F27BAE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E43E97CA-1444-60AA-2194-74198EF6807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A3F5DD7-DA73-96FF-08BC-C30FE0E97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0742" cy="117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5394DF-63AA-9DC9-0B8C-15CB70E8232D}"/>
              </a:ext>
            </a:extLst>
          </p:cNvPr>
          <p:cNvSpPr txBox="1"/>
          <p:nvPr/>
        </p:nvSpPr>
        <p:spPr>
          <a:xfrm>
            <a:off x="1395662" y="234494"/>
            <a:ext cx="75959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Khám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phá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và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4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0BCA340B-5D6D-3F5D-FE4D-F4E471206A94}"/>
              </a:ext>
            </a:extLst>
          </p:cNvPr>
          <p:cNvSpPr txBox="1"/>
          <p:nvPr/>
        </p:nvSpPr>
        <p:spPr>
          <a:xfrm>
            <a:off x="1140742" y="1348070"/>
            <a:ext cx="3017115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A08B27-3BD0-2A49-7673-E3C602926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050" y="1871290"/>
            <a:ext cx="3219899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24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9CE94-1BDD-4143-8A71-984244C82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739C-3953-4CFA-A8F2-583F40458B51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0E1FB-1CEF-1C77-6ADD-9D2E5EB1D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7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AE3CFFF-7F41-8FF2-08A3-ED8B88A728A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EF0690A-DF03-612A-3487-E2BE7E949C3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CCE7CA0-B3AA-2A80-230B-C3A31C8F5B6B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26176A82-8B50-52A1-2183-142AD435FE5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05C1207-15EE-A1FC-6D91-93E3A34F8519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AFB63399-5EB2-95E8-4665-A9D37FA2292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66DAF3F2-4B95-5DCC-5389-0C4FD8185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0742" cy="117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65CE9D9-B028-8C2C-5075-4B5A84499024}"/>
              </a:ext>
            </a:extLst>
          </p:cNvPr>
          <p:cNvSpPr txBox="1"/>
          <p:nvPr/>
        </p:nvSpPr>
        <p:spPr>
          <a:xfrm>
            <a:off x="1395662" y="234494"/>
            <a:ext cx="75959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Khám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phá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và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4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1CEBD232-79FA-689C-1157-48F0BA7E9A75}"/>
              </a:ext>
            </a:extLst>
          </p:cNvPr>
          <p:cNvSpPr txBox="1"/>
          <p:nvPr/>
        </p:nvSpPr>
        <p:spPr>
          <a:xfrm>
            <a:off x="1140742" y="1348070"/>
            <a:ext cx="3017115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2.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374892-9B27-FB7A-1156-49BB3F5D6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662" y="2270978"/>
            <a:ext cx="3820058" cy="32389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B992F2F-7374-7235-BAEA-12978113B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365" y="2923531"/>
            <a:ext cx="2467319" cy="1933845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1A5956AC-66CC-4C33-7967-7FD4CDFEAD4D}"/>
              </a:ext>
            </a:extLst>
          </p:cNvPr>
          <p:cNvSpPr/>
          <p:nvPr/>
        </p:nvSpPr>
        <p:spPr>
          <a:xfrm>
            <a:off x="5623353" y="3593674"/>
            <a:ext cx="1668379" cy="59355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90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0D888-31D1-0ADB-2FE4-419C0E147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739C-3953-4CFA-A8F2-583F40458B51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31C9F-41C9-D898-D258-943711978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8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17DD3C2-7203-97B2-C0E6-ADAA9BD020F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EC8E6E3-5214-6DB5-D6B1-63A9D443A15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2328E4A-085D-B312-C20E-E8EE5754DE91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81447FB-B470-222A-11E4-2A0938C29CF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AF4DB76-D7B2-1FFA-4014-8B5FDA8F06AB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802E27F3-D095-ED1A-9D8A-5EE7ED650F3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99F606A-6257-5B4E-D489-CFA87E9D720F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9C96BC6B-28E6-012F-82A7-6758D3FA8EA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3826BFF-3561-2B9D-E37D-2363415B5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0742" cy="117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13B46FC-E04A-4CA3-C9BC-46AC4333C8F2}"/>
              </a:ext>
            </a:extLst>
          </p:cNvPr>
          <p:cNvSpPr txBox="1"/>
          <p:nvPr/>
        </p:nvSpPr>
        <p:spPr>
          <a:xfrm>
            <a:off x="1395662" y="234494"/>
            <a:ext cx="75959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Khám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phá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và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4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ED927BE1-9932-6A7A-B982-6FE450A34ED2}"/>
              </a:ext>
            </a:extLst>
          </p:cNvPr>
          <p:cNvSpPr txBox="1"/>
          <p:nvPr/>
        </p:nvSpPr>
        <p:spPr>
          <a:xfrm>
            <a:off x="1140742" y="1348070"/>
            <a:ext cx="3017115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2.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0B72E03-F184-6665-7B2D-8AE906947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662" y="2270978"/>
            <a:ext cx="3820058" cy="32389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C60D83C-5B7A-7F9F-4F07-9251DCB20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881" y="2923531"/>
            <a:ext cx="2467319" cy="1933845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018326AD-4898-380E-23A0-04303FE62410}"/>
              </a:ext>
            </a:extLst>
          </p:cNvPr>
          <p:cNvSpPr/>
          <p:nvPr/>
        </p:nvSpPr>
        <p:spPr>
          <a:xfrm>
            <a:off x="5623353" y="3593674"/>
            <a:ext cx="1668379" cy="59355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91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2D04D-C4EF-2330-2E3F-B117FDF52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739C-3953-4CFA-A8F2-583F40458B51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F6DAA-8BD8-EB13-0117-06BF10E91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9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9D36BCE-A1A3-79FD-49AD-740EA3D2777F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E2955DA-4131-33F6-8BFF-414A10A8D5A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8C08B16-23E9-5B28-B997-253642CF2336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1101C01-B0CC-C796-AAFE-299DDC10BE8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9478478-FEAD-EAAA-AEE1-F62F5CDA37DB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1A025B1-ED94-99C1-B91E-EEE7AB3F9F7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6F67C9F-4146-9224-7D10-35C489605C49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C19583EB-A93E-3178-58D5-80234BAB5D6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DE1B8F9E-1529-8838-412C-E5E8EB1E5BE6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405518EE-DD48-EA9E-42B5-86050603B9F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847874F2-9099-BE57-A9EB-F61345170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0742" cy="117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73AB341-983B-137D-17FF-9A149B3D0F4A}"/>
              </a:ext>
            </a:extLst>
          </p:cNvPr>
          <p:cNvSpPr txBox="1"/>
          <p:nvPr/>
        </p:nvSpPr>
        <p:spPr>
          <a:xfrm>
            <a:off x="1395662" y="234494"/>
            <a:ext cx="75959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Khám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phá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và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4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">
            <a:extLst>
              <a:ext uri="{FF2B5EF4-FFF2-40B4-BE49-F238E27FC236}">
                <a16:creationId xmlns:a16="http://schemas.microsoft.com/office/drawing/2014/main" id="{3E520B53-D4C7-2BAC-A905-9938360BD3EC}"/>
              </a:ext>
            </a:extLst>
          </p:cNvPr>
          <p:cNvSpPr txBox="1"/>
          <p:nvPr/>
        </p:nvSpPr>
        <p:spPr>
          <a:xfrm>
            <a:off x="1140742" y="1348070"/>
            <a:ext cx="3017115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2.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FDD85BA-C1CE-F0E7-33ED-99C3D9B35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282" y="2785192"/>
            <a:ext cx="8975435" cy="128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39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BF881-D947-2A70-3F73-27EFE61CF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739C-3953-4CFA-A8F2-583F40458B51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4A6D38-68F6-F611-37FC-76CD2E84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BCE1AB-5453-9113-F20B-9F3CD4D6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758" y="2578665"/>
            <a:ext cx="9328484" cy="170066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CFC24A3-4755-90B0-D653-0B865B35DB1A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07F9BC94-6016-D4F1-FB6C-2F2541BFA28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425DF21-CD26-6E96-0A14-D21C20BF13BC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9AE64E1-6060-C25A-525E-3E9E6EAEC16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2B3720E-BA27-BA1C-97D2-F405D7AFE6B5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3D7E76-1300-EEBE-4B6B-13634F4DFD7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D6CE8C33-9E84-875C-3F1A-2AE41DB52AB7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BCE2251E-902D-203B-30E8-382CC5C2EB5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8096612-F54C-5534-0865-1ADF5E825A7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09EB5E34-3718-D08E-9E5C-B0292261F4D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59F54EB9-F300-4AC4-0B6D-FA0B0618B0C4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EC44042B-87E4-DB9B-9B4D-1170E09B32B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5CBADFEF-7A2C-F0E9-247A-69F161998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0742" cy="117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9C47271-7018-D8E2-54EF-A73B44064B3A}"/>
              </a:ext>
            </a:extLst>
          </p:cNvPr>
          <p:cNvSpPr txBox="1"/>
          <p:nvPr/>
        </p:nvSpPr>
        <p:spPr>
          <a:xfrm>
            <a:off x="1395662" y="234494"/>
            <a:ext cx="75959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Khám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phá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và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4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TextBox 1">
            <a:extLst>
              <a:ext uri="{FF2B5EF4-FFF2-40B4-BE49-F238E27FC236}">
                <a16:creationId xmlns:a16="http://schemas.microsoft.com/office/drawing/2014/main" id="{41B5E2C9-E172-0333-C46F-3E7A40D24D98}"/>
              </a:ext>
            </a:extLst>
          </p:cNvPr>
          <p:cNvSpPr txBox="1"/>
          <p:nvPr/>
        </p:nvSpPr>
        <p:spPr>
          <a:xfrm>
            <a:off x="1140742" y="1348070"/>
            <a:ext cx="3017115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2.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159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BE585-2A26-FE69-CAE3-D2CC12B6D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739C-3953-4CFA-A8F2-583F40458B51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3C1455-7B8F-EFFF-476A-4DF00F99A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11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12DC0FD-2413-7B8B-7461-76DD363D543D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6A08D50-2362-DB68-52E1-A1FF08A5DDD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4D7D93D-EFFD-7A83-5CBF-F21BACE4C8D3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5D954516-9718-0AED-11E4-8D88F285234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FF4C041-E9A4-8EAC-23A4-4852AE16854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7EBF173C-CD06-1BD0-E6B5-15143F3E9AE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159E15F-BA17-EDA7-C13A-65159EF20A73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DD8BFAFB-931E-9847-0D47-59FB615B65A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D3B6388-124B-0C92-0F20-DE556A2D360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AC5ACA4-4E5F-0041-2802-169DA80ACB8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703BA556-B4E7-09E9-F269-CACBD804C421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DE134109-BF7C-A1E2-FBB7-31B393A204B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C2289E12-C7B9-2346-9B1C-D08B437F6EB5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84CE7D36-CA69-B1D1-A49B-54FB6043DB4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BE50FB8A-6D32-6492-298A-FA5B16336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0742" cy="117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1912441-4EC5-3E33-5AD8-BAF02C0561E1}"/>
              </a:ext>
            </a:extLst>
          </p:cNvPr>
          <p:cNvSpPr txBox="1"/>
          <p:nvPr/>
        </p:nvSpPr>
        <p:spPr>
          <a:xfrm>
            <a:off x="1395662" y="234494"/>
            <a:ext cx="75959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Khám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phá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và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4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DD12E50F-CF9C-E838-5845-2CC191EDE68B}"/>
              </a:ext>
            </a:extLst>
          </p:cNvPr>
          <p:cNvSpPr txBox="1"/>
          <p:nvPr/>
        </p:nvSpPr>
        <p:spPr>
          <a:xfrm>
            <a:off x="1140742" y="1348070"/>
            <a:ext cx="3017115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2.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9E5DF2C-A8CC-24E9-0BB7-A5B548D2F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42" y="2184768"/>
            <a:ext cx="4761442" cy="362283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AA6A53D-873C-5CC4-FB1C-9541B9107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7069" y="2184767"/>
            <a:ext cx="4168492" cy="353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345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CA801-1139-8CA8-1417-867D7BC8E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739C-3953-4CFA-A8F2-583F40458B51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E0A20-F286-BEDC-ED9D-30DC99190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12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0180DC4-48C9-981F-0D19-E0DCBDD48FE1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29D6BD4-F14E-0B48-41F7-3C0DDCFB54A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0ABE551-457E-5271-E681-A59160A7374B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9B4FEB12-27E2-A405-2B88-73F572255AF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FE2A5E7-96C7-7C12-28C4-FDCA78A3744B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538F9FC-5916-B7B1-6AE8-3C95A884E28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BD8EF3D-2F99-A874-E6F9-3119A756C9F9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4D41D00-4607-BB8D-2598-7702F05AEFA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35679D6-7E3C-7002-3931-A40D437A40A2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1CA96624-583C-2D2C-D815-6B9B3962397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C31ACAB-D23E-1B78-2EAC-B887B59D4666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FC26842-ED83-6A20-F362-EDB54BCAC54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6F4A7572-7A1F-7400-4082-8E72E67AE955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9E46962D-3D8F-A17E-E6C3-FC2FD3B5327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74AE5BC-6899-CB66-602B-6AEF4D3A60CA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A3440FAB-987C-56D5-C2CA-7C019E7E907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F11D5EF9-04F2-365D-B7F0-5D22428FA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0742" cy="117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E4A91D2-7A2D-8847-C0C3-1170C3F79743}"/>
              </a:ext>
            </a:extLst>
          </p:cNvPr>
          <p:cNvSpPr txBox="1"/>
          <p:nvPr/>
        </p:nvSpPr>
        <p:spPr>
          <a:xfrm>
            <a:off x="1395662" y="234494"/>
            <a:ext cx="75959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Khám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phá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và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4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TextBox 1">
            <a:extLst>
              <a:ext uri="{FF2B5EF4-FFF2-40B4-BE49-F238E27FC236}">
                <a16:creationId xmlns:a16="http://schemas.microsoft.com/office/drawing/2014/main" id="{1F554FB5-5367-402E-25BD-50EFC6447B23}"/>
              </a:ext>
            </a:extLst>
          </p:cNvPr>
          <p:cNvSpPr txBox="1"/>
          <p:nvPr/>
        </p:nvSpPr>
        <p:spPr>
          <a:xfrm>
            <a:off x="1140742" y="1348070"/>
            <a:ext cx="3017115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2.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2627A01-39A5-91AE-DEEF-0650DD076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662" y="2276980"/>
            <a:ext cx="4530145" cy="339039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9BED77E-89A4-1D10-BD63-7B0976746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484" y="2276980"/>
            <a:ext cx="4530145" cy="339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691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EB0F0-7573-FBDF-79CC-A958D1ECE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739C-3953-4CFA-A8F2-583F40458B51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FF02C-097F-5365-E733-46C5A1B1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13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154639C-5301-B09C-EC4F-523DAADF1CEF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9E3C663-6D11-CC2F-2370-90937C5FC37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45A927C-CB1E-FC6A-266F-C84B3CBE28D5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9A9ADA4E-20F7-3580-7729-25CC81E895D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38D6515-EE4A-2D4B-DB23-DBD94CE3B49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97BD841-D136-41A5-B836-B8CB5C14E2B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D0429A4-A0BF-E7D3-BE75-57D80BEE02FA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712B1F3C-760D-9FD0-AE34-1AEF6DC9A03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517C6B7F-3258-E5D6-417A-ECF9CBA4DF08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5A68FB95-FEF2-6A9C-181B-C280F95168E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50700F4D-D7EA-4CD1-E0EF-54739C6BEB09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0E5B1D73-173F-34C9-E70D-9EE394CE048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D5CA255D-91E2-B81A-DFD6-21FAF7DEB69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558A3FE3-C6AA-3151-9336-5DE41B0539B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F5C48B35-F6A8-EBC9-B596-E6C3A18CE669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3632D9CB-940B-9414-579D-514CDD93A1F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AFEDC52B-EF6E-56A1-85EA-08AC4EA69ECC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6782A32E-9C1A-5288-39DB-39704DA4C7E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ACE6577C-3A57-C029-C481-549FE2140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0742" cy="117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0C0EA25-8C38-44B7-EE26-65480949DC7A}"/>
              </a:ext>
            </a:extLst>
          </p:cNvPr>
          <p:cNvSpPr txBox="1"/>
          <p:nvPr/>
        </p:nvSpPr>
        <p:spPr>
          <a:xfrm>
            <a:off x="1395662" y="234494"/>
            <a:ext cx="75959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Khám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phá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và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4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TextBox 1">
            <a:extLst>
              <a:ext uri="{FF2B5EF4-FFF2-40B4-BE49-F238E27FC236}">
                <a16:creationId xmlns:a16="http://schemas.microsoft.com/office/drawing/2014/main" id="{7C6FCC4B-D690-E1C7-A2F6-4768AF47FAD1}"/>
              </a:ext>
            </a:extLst>
          </p:cNvPr>
          <p:cNvSpPr txBox="1"/>
          <p:nvPr/>
        </p:nvSpPr>
        <p:spPr>
          <a:xfrm>
            <a:off x="1140742" y="1348070"/>
            <a:ext cx="3017115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2.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3BEA9CA-353C-4238-F369-1F5B55AD0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570" y="2042486"/>
            <a:ext cx="2033975" cy="347960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821ACC2-C747-BE65-14AA-906A85F33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9299" y="2042486"/>
            <a:ext cx="1637464" cy="3479609"/>
          </a:xfrm>
          <a:prstGeom prst="rect">
            <a:avLst/>
          </a:prstGeom>
        </p:spPr>
      </p:pic>
      <p:sp>
        <p:nvSpPr>
          <p:cNvPr id="35" name="Arrow: Right 34">
            <a:extLst>
              <a:ext uri="{FF2B5EF4-FFF2-40B4-BE49-F238E27FC236}">
                <a16:creationId xmlns:a16="http://schemas.microsoft.com/office/drawing/2014/main" id="{44B17DA5-4EAA-D7C9-7FED-0AF70236C45F}"/>
              </a:ext>
            </a:extLst>
          </p:cNvPr>
          <p:cNvSpPr/>
          <p:nvPr/>
        </p:nvSpPr>
        <p:spPr>
          <a:xfrm>
            <a:off x="5072385" y="3427121"/>
            <a:ext cx="1668379" cy="59355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79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6C97E-6927-FA41-11CE-9CF1726E5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739C-3953-4CFA-A8F2-583F40458B51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74D18-3C69-E5A1-6126-9601808D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14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67FA6FA-3E91-F6D1-295F-062BDA24E829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829D6DB-092F-F2CB-4735-0A33F51A5D0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FC39D4C-78F1-E195-4163-AE97D2636468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DAB1B594-D901-BF4A-8254-3E059154267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178957DB-2605-6690-C01E-0543F725B054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7B6343A-2BB6-6A88-A033-DD8E7AA573C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0B388305-83BF-0AC2-D9CC-D9F85751D022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FCBCCE79-27C2-1CD5-5DE7-D00E6C156C3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5E68B50A-A67C-F77D-A1BB-1CB36D9BB8B4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60C4D2F-519A-47B5-0183-449639BF0A6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8D987134-4861-D2AC-6205-856E0A87B98D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98A5E2F4-3E5A-FCF5-83A4-9E9875E5278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36350ECD-70A9-681C-D332-4B3F0F77D458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E594582-18F9-DBB8-8293-D01A0D388B7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9ED2DFF7-6CB4-599A-2C14-2C4154C38D1C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79E7CA17-B97F-5C53-DE49-6C68B86011C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BAFE684-645D-A634-F62E-FD5317C9C6F3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83F58E81-0D9F-51C9-49F8-D8C8655EB29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58942AEC-500B-2ED0-E387-6F63A004B362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5B2853B3-C1E3-D390-FE8B-70FB553B35D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F0BE6A8E-1B15-0F24-3A2D-0E40B2F01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0742" cy="117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464C359-8AE7-BC2F-4E04-D40C54F68E2B}"/>
              </a:ext>
            </a:extLst>
          </p:cNvPr>
          <p:cNvSpPr txBox="1"/>
          <p:nvPr/>
        </p:nvSpPr>
        <p:spPr>
          <a:xfrm>
            <a:off x="1395662" y="234494"/>
            <a:ext cx="75959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Khám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phá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và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4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4C0D552B-C258-2694-6AB5-0B00DFF80229}"/>
              </a:ext>
            </a:extLst>
          </p:cNvPr>
          <p:cNvSpPr txBox="1"/>
          <p:nvPr/>
        </p:nvSpPr>
        <p:spPr>
          <a:xfrm>
            <a:off x="1140742" y="1348070"/>
            <a:ext cx="3017115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2.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Xử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lý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dữ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liệu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1BDB3EF-F7AA-E859-67D7-7B2508C36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514" y="2143705"/>
            <a:ext cx="4896972" cy="257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99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18B35-A883-ED1C-4578-E6CD965F6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739C-3953-4CFA-A8F2-583F40458B51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87E866-A389-287A-2DDF-DFD4A4CF2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15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B9C465C-85F3-DC18-8DF9-0547AA1A42E5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7D5DC9E-1F9B-1F03-F4A1-E2280A387EE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BC081EB-D574-4229-C9D9-98DD559BA58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A001F1C6-6CD2-2F48-D0F1-293271B570F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932C0BA-8DFD-524C-10F7-0DC71F950071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3D9E0FD-3203-D96C-20CE-45693E1E068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08BD6AA-54A8-8C59-9DD9-CDFFCC727164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F8E3055-AB9B-622F-4F1E-FF36CA91D2C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063AE7B-D347-AD6F-E4E3-F67791409EF1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62F718C-C0D8-0C6C-C6A0-56D4BF3F1AA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1C9FB3EA-CCA6-0532-CAD3-E5A22EFF22B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EFB60239-39C1-9342-C749-F3F09CE41D8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C69F1D30-2BA6-C2BE-F03E-9712740B36D1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64732F61-EB34-89C0-3E23-683DF2528BA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8D99453F-8564-9B62-8756-8768F7BCEA8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512BD07A-5BD0-5F8F-1169-F4273D73940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12B28FE0-4B35-84A2-64A2-49508917A91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5F2E2CAD-7658-843F-2A4F-F60A18C7971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E8F40399-4217-784B-FF43-497585E761B6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89EBC4FD-1A5B-D974-3342-2BBBB364F05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B42F4773-D599-AED6-2113-AF0715DC171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FCE80B0D-BB6D-BA03-ED41-A3F510615B2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70B6FC3D-D378-AFFE-894D-A88E9AA2D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0742" cy="117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CF6FCF2-031B-A5CA-A114-8AEBA6591162}"/>
              </a:ext>
            </a:extLst>
          </p:cNvPr>
          <p:cNvSpPr txBox="1"/>
          <p:nvPr/>
        </p:nvSpPr>
        <p:spPr>
          <a:xfrm>
            <a:off x="1493316" y="231421"/>
            <a:ext cx="5537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2800"/>
            </a:pP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Mô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hình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học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Máy</a:t>
            </a:r>
            <a:endParaRPr lang="en-US" sz="4000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FB204A-984F-1855-2032-169560419854}"/>
              </a:ext>
            </a:extLst>
          </p:cNvPr>
          <p:cNvSpPr txBox="1"/>
          <p:nvPr/>
        </p:nvSpPr>
        <p:spPr>
          <a:xfrm>
            <a:off x="1493316" y="1433717"/>
            <a:ext cx="86094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Linear Regression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là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mô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học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máy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có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giám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sát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mô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mối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tuyến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giữa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biến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độc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lập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X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và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biến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phụ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thuộc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y.</a:t>
            </a:r>
            <a:endParaRPr lang="en-US" sz="2000" dirty="0"/>
          </a:p>
        </p:txBody>
      </p:sp>
      <p:pic>
        <p:nvPicPr>
          <p:cNvPr id="5124" name="Picture 4" descr="Understanding Linear Regression - Cloudera Community - 281391">
            <a:extLst>
              <a:ext uri="{FF2B5EF4-FFF2-40B4-BE49-F238E27FC236}">
                <a16:creationId xmlns:a16="http://schemas.microsoft.com/office/drawing/2014/main" id="{6152E2FD-8146-1019-C08A-E7ED75192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688" y="2712739"/>
            <a:ext cx="4356624" cy="288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259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40D72-E781-CFF5-4D8C-F6668895C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739C-3953-4CFA-A8F2-583F40458B51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AEBB53-9940-12F7-2C75-7FE5A6FA6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C3E8-2A4D-01F0-C778-CBF914D19750}"/>
              </a:ext>
            </a:extLst>
          </p:cNvPr>
          <p:cNvSpPr txBox="1"/>
          <p:nvPr/>
        </p:nvSpPr>
        <p:spPr>
          <a:xfrm>
            <a:off x="1493315" y="1486983"/>
            <a:ext cx="90356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Random Forest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vi-VN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vi-VN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là một thuật toán học tập hợp (Ensemble Learning), được sử dụng cho cả bài toán phân loại (classification) và hồi quy (regression).</a:t>
            </a:r>
            <a:endParaRPr lang="en-US" sz="2000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8052099-8CD1-7FD6-9DA0-F26694E36BE4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8304EDFB-69A4-FC40-7481-27F5EE0E9C0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C30861E-1949-E08A-B1B1-036D3D1C8286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3BC21087-574B-0061-DF5D-76C9A8BCEB2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FDF6C13-9D9E-FB91-C496-BCF14F76E86D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313C9845-0FD1-F8C3-71B5-D09D046F426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62B52CC-A781-0098-EE45-9A4C8C5963C5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AC26FD8-567F-2174-209A-B05F177561B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CF05DA8C-7FBF-D148-7EBC-2B412735002B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86B805A2-7846-3F6E-6330-C2791A41C8C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E468AB24-96E7-BA17-870A-021A5B6C6DED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35B6BDC3-EF1A-A1D4-0933-B3C12693978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7197A314-5AB8-DF90-8B4C-E350C853541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CB2E474E-3890-14B9-6CF2-9F9FB178C06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4FEDD946-EE51-2FD2-86D9-17E5AB2B21D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F062DDCE-C0C6-B76D-FDAC-F47829A270B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EB26B482-4B53-DF49-D5DB-71F91175AF74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2F5E9F65-6E40-0F16-5F92-A8D61CED71E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BA90B52A-FFAB-7EB7-57C9-90F9866CAAB2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C0095BE7-23A5-C954-6958-44C1326B4D9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D20FA93A-44E7-D75F-F0D0-2E8C7973DF5F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29" name="Slide Number Placeholder 4">
            <a:extLst>
              <a:ext uri="{FF2B5EF4-FFF2-40B4-BE49-F238E27FC236}">
                <a16:creationId xmlns:a16="http://schemas.microsoft.com/office/drawing/2014/main" id="{6DE79B07-7F03-40DE-F6BE-47C6C482D77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7AD28771-92A7-13C9-5C0A-04AE93B711AA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303BC169-E565-28B9-F44D-9D3DC93F995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12A8B4EC-34C1-ADA0-1B15-DE29375E0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0742" cy="117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1F53E06-7693-BEF5-D7DF-1296948E9A46}"/>
              </a:ext>
            </a:extLst>
          </p:cNvPr>
          <p:cNvSpPr txBox="1"/>
          <p:nvPr/>
        </p:nvSpPr>
        <p:spPr>
          <a:xfrm>
            <a:off x="1493316" y="231421"/>
            <a:ext cx="5537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2800"/>
            </a:pP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Mô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hình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học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Máy</a:t>
            </a:r>
            <a:endParaRPr lang="en-US" sz="4000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</p:txBody>
      </p:sp>
      <p:pic>
        <p:nvPicPr>
          <p:cNvPr id="16386" name="Picture 2" descr="Random Forest Regression | Towards Data Science">
            <a:extLst>
              <a:ext uri="{FF2B5EF4-FFF2-40B4-BE49-F238E27FC236}">
                <a16:creationId xmlns:a16="http://schemas.microsoft.com/office/drawing/2014/main" id="{E2E574C7-8D43-26D9-C9FB-D9B6E6DB1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310" y="2542667"/>
            <a:ext cx="4143380" cy="3116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106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4E50A-80EC-686A-EB76-FC6E12FB1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739C-3953-4CFA-A8F2-583F40458B51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40B7B-2D20-921B-7890-7B51578E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FD69F-0D33-469E-8313-10FA946AFFD4}" type="slidenum">
              <a:rPr lang="en-US" smtClean="0"/>
              <a:t>17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4897613-584F-5721-8017-40A5D5EBBC87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9483329-77BC-C6D8-2BC6-5E5822070F5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EF6B7D9D-2209-9B57-8529-ECB7F2878B1A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3B5D27EC-02E1-2A8F-2BE3-B90ADB888D9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E589314-CBFE-4627-75A3-06264B6067FD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CAC05712-50F8-536A-1413-DF785131F4C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F84B88D-7540-C2DB-2EFB-2E9A57806518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E340A43E-0EF1-3D8E-E50F-589A2895A1D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9628BAB4-8CC9-F248-C3B1-643FA070DFCA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7A085AB6-F1D7-A20D-30C9-2928E148967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D5066DA7-918B-B857-F3C4-22FDBEF1CB8B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7CFDF551-3779-4A2A-315B-5FE6FB0A314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58D92DD0-03CB-8030-ED6B-373794AF4C5A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5BB18621-3E28-F422-2EB7-A7809DDBD89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F565EC54-312D-03A2-93E6-C858AFE2DD6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62A3553F-FEB8-D032-0FCC-380ECC51E62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811DC897-34A0-03EE-74B1-9C3348080599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57284AFF-A7D4-3E14-DE18-47ECADAA94E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14CD4D66-A18A-87C4-B5F9-66969DAAFB7C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79D17AD8-C112-03F7-9E1E-F50A7A7DC2A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015EFB17-3B69-7801-C228-6850AE598A39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F27EE175-6E35-9B66-224E-D0C6B912429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691DFFFA-2E1B-BEB6-C609-172A1D92A358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4785F02A-1430-965F-4D93-1963135E85D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35BF6379-51CC-B218-CD88-12890D150834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6739C-3953-4CFA-A8F2-583F40458B51}" type="datetime1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6884E47C-D678-C4F6-4B56-5F39B9AB1EB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FD69F-0D33-469E-8313-10FA946AFFD4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EB57C7E8-2B39-96FA-BA87-624B61027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0742" cy="117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7CEB18C-942B-0FD9-4F82-2D4848C2177B}"/>
              </a:ext>
            </a:extLst>
          </p:cNvPr>
          <p:cNvSpPr txBox="1"/>
          <p:nvPr/>
        </p:nvSpPr>
        <p:spPr>
          <a:xfrm>
            <a:off x="1493316" y="231421"/>
            <a:ext cx="5537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2800"/>
            </a:pP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Mô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hình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học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Máy</a:t>
            </a:r>
            <a:endParaRPr lang="en-US" sz="4000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5065746-CCA5-AB7C-90A9-36D09F8E5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499821"/>
              </p:ext>
            </p:extLst>
          </p:nvPr>
        </p:nvGraphicFramePr>
        <p:xfrm>
          <a:off x="2032000" y="2687320"/>
          <a:ext cx="8128000" cy="1889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1571048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180377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4831821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714127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MAE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RMSE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R^2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108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Linear Regression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344.96s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659.38s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0.0583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98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Decision Tree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284.26s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606.68s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0.2029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299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Random Forest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241.51s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571.87s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0.2917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047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368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</TotalTime>
  <Words>693</Words>
  <Application>Microsoft Office PowerPoint</Application>
  <PresentationFormat>Widescreen</PresentationFormat>
  <Paragraphs>292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Office Theme</vt:lpstr>
      <vt:lpstr>Dự Đoán Thời Gian Di Chuyển Dựa Trên Dữ Liệu Hành Trình Sử Dụng Xe Đạp (LR, DT, RF)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Linh Van</dc:creator>
  <cp:lastModifiedBy>Linh Van</cp:lastModifiedBy>
  <cp:revision>175</cp:revision>
  <dcterms:created xsi:type="dcterms:W3CDTF">2025-12-28T20:40:09Z</dcterms:created>
  <dcterms:modified xsi:type="dcterms:W3CDTF">2025-12-28T22:57:34Z</dcterms:modified>
</cp:coreProperties>
</file>